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D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UJIAN AKHIR SEMESTER · CLOUD COMPUTING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Aplikasi Multi-Container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dengan Docker, Orkestrasi, dan CI/CD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kasus: Todo List Application — Laravel + MariaDB, dikemas penuh dalam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dan diverifikasi otomatis lewat GitHub Actions.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617720"/>
            <a:ext cx="502920" cy="502920"/>
          </a:xfrm>
          <a:prstGeom prst="ellipse">
            <a:avLst/>
          </a:prstGeom>
          <a:solidFill>
            <a:srgbClr val="1C3B6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599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8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485" dirty="0"/>
          </a:p>
        </p:txBody>
      </p:sp>
      <p:sp>
        <p:nvSpPr>
          <p:cNvPr id="7" name="Text 5"/>
          <p:cNvSpPr/>
          <p:nvPr/>
        </p:nvSpPr>
        <p:spPr>
          <a:xfrm>
            <a:off x="502920" y="516636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57400" y="4617720"/>
            <a:ext cx="502920" cy="502920"/>
          </a:xfrm>
          <a:prstGeom prst="ellipse">
            <a:avLst/>
          </a:prstGeom>
          <a:solidFill>
            <a:srgbClr val="00D3AB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4599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85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85" dirty="0"/>
          </a:p>
        </p:txBody>
      </p:sp>
      <p:sp>
        <p:nvSpPr>
          <p:cNvPr id="10" name="Text 8"/>
          <p:cNvSpPr/>
          <p:nvPr/>
        </p:nvSpPr>
        <p:spPr>
          <a:xfrm>
            <a:off x="1737360" y="516636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DB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4617720"/>
            <a:ext cx="502920" cy="502920"/>
          </a:xfrm>
          <a:prstGeom prst="ellipse">
            <a:avLst/>
          </a:prstGeom>
          <a:solidFill>
            <a:srgbClr val="1C3B6B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4599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8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485" dirty="0"/>
          </a:p>
        </p:txBody>
      </p:sp>
      <p:sp>
        <p:nvSpPr>
          <p:cNvPr id="13" name="Text 11"/>
          <p:cNvSpPr/>
          <p:nvPr/>
        </p:nvSpPr>
        <p:spPr>
          <a:xfrm>
            <a:off x="2971800" y="516636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Purna Siswantomo (C2C023160)  •  Erifa Dwi Astuti (C2C023161)  •  Kelas [Kelas Anda]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63093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Komputasi Awan (Cloud Computing) — Tahun Akademik 2025/2026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 · PENDAHULUAN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Masalah Environment Menuju Container yang Konsisten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3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08760" y="19842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Permasalahan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berbeda antara mesin developer, tester, dan production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Instalasi dependency manual rawan error dan sulit direproduksi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database hilang jika container dihentikan tanpa volume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validasi otomatis sebelum perubahan kode diterapkan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0B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965960"/>
            <a:ext cx="457200" cy="457200"/>
          </a:xfrm>
          <a:prstGeom prst="ellipse">
            <a:avLst/>
          </a:prstGeom>
          <a:solidFill>
            <a:srgbClr val="00D3AB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19842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&amp; Solusi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256032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multi-container: container aplikasi + container database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volume agar data database tetap aman antar restart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&amp; restart policy untuk ketahanan layanan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+ GitHub Actions sebagai quality gate CI/CD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 · ANALISIS DAN ARSITEKTUR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Arsitektur: Pengguna → Container App → Container Database</a:t>
            </a:r>
            <a:endParaRPr lang="en-US" sz="3000" dirty="0"/>
          </a:p>
        </p:txBody>
      </p:sp>
      <p:pic>
        <p:nvPicPr>
          <p:cNvPr id="4" name="Image 0" descr="C:\Users\Purna Siswantomo\Documents\Semester 6\Cloud Computing\Project Docker\todo-app\docs\architecture-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9029" y="1691640"/>
            <a:ext cx="7273636" cy="4800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 · IMPLEMENTASI APLIKASI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List API: CRUD Lengkap di Atas Stack yang Ringan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F3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411480" cy="411480"/>
          </a:xfrm>
          <a:prstGeom prst="ellipse">
            <a:avLst/>
          </a:prstGeom>
          <a:solidFill>
            <a:srgbClr val="1D63E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019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5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&amp; Detail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/api/todos, GET /api/todos/{id}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F3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3520440" y="1920240"/>
            <a:ext cx="411480" cy="411480"/>
          </a:xfrm>
          <a:prstGeom prst="ellipse">
            <a:avLst/>
          </a:prstGeom>
          <a:solidFill>
            <a:srgbClr val="1D63ED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9019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5" dirty="0"/>
          </a:p>
        </p:txBody>
      </p:sp>
      <p:sp>
        <p:nvSpPr>
          <p:cNvPr id="12" name="Text 10"/>
          <p:cNvSpPr/>
          <p:nvPr/>
        </p:nvSpPr>
        <p:spPr>
          <a:xfrm>
            <a:off x="3474720" y="24688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Update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8346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 PUT dengan validasi title wajib diisi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69164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F3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263640" y="1920240"/>
            <a:ext cx="411480" cy="411480"/>
          </a:xfrm>
          <a:prstGeom prst="ellipse">
            <a:avLst/>
          </a:prstGeom>
          <a:solidFill>
            <a:srgbClr val="1D63ED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9019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5" dirty="0"/>
          </a:p>
        </p:txBody>
      </p:sp>
      <p:sp>
        <p:nvSpPr>
          <p:cNvPr id="17" name="Text 15"/>
          <p:cNvSpPr/>
          <p:nvPr/>
        </p:nvSpPr>
        <p:spPr>
          <a:xfrm>
            <a:off x="6217920" y="24688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8346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/api/todos/{id}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78240" y="169164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F3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9006840" y="1920240"/>
            <a:ext cx="411480" cy="411480"/>
          </a:xfrm>
          <a:prstGeom prst="ellipse">
            <a:avLst/>
          </a:prstGeom>
          <a:solidFill>
            <a:srgbClr val="1D63ED"/>
          </a:solidFill>
          <a:ln/>
        </p:spPr>
      </p:sp>
      <p:sp>
        <p:nvSpPr>
          <p:cNvPr id="21" name="Text 19"/>
          <p:cNvSpPr/>
          <p:nvPr/>
        </p:nvSpPr>
        <p:spPr>
          <a:xfrm>
            <a:off x="9006840" y="19019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15" dirty="0"/>
          </a:p>
        </p:txBody>
      </p:sp>
      <p:sp>
        <p:nvSpPr>
          <p:cNvPr id="22" name="Text 20"/>
          <p:cNvSpPr/>
          <p:nvPr/>
        </p:nvSpPr>
        <p:spPr>
          <a:xfrm>
            <a:off x="8961120" y="24688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61120" y="28346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/api/health — cek koneksi database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4343400"/>
            <a:ext cx="928116" cy="438912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343400"/>
            <a:ext cx="9281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659636" y="4343400"/>
            <a:ext cx="1216152" cy="438912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</p:sp>
      <p:sp>
        <p:nvSpPr>
          <p:cNvPr id="28" name="Text 26"/>
          <p:cNvSpPr/>
          <p:nvPr/>
        </p:nvSpPr>
        <p:spPr>
          <a:xfrm>
            <a:off x="1659636" y="4343400"/>
            <a:ext cx="1216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058668" y="4343400"/>
            <a:ext cx="1408176" cy="438912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</p:sp>
      <p:sp>
        <p:nvSpPr>
          <p:cNvPr id="30" name="Text 28"/>
          <p:cNvSpPr/>
          <p:nvPr/>
        </p:nvSpPr>
        <p:spPr>
          <a:xfrm>
            <a:off x="3058668" y="4343400"/>
            <a:ext cx="14081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11.4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49724" y="4343400"/>
            <a:ext cx="832104" cy="438912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</p:sp>
      <p:sp>
        <p:nvSpPr>
          <p:cNvPr id="32" name="Text 30"/>
          <p:cNvSpPr/>
          <p:nvPr/>
        </p:nvSpPr>
        <p:spPr>
          <a:xfrm>
            <a:off x="4649724" y="4343400"/>
            <a:ext cx="8321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64708" y="4343400"/>
            <a:ext cx="1600200" cy="438912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</p:sp>
      <p:sp>
        <p:nvSpPr>
          <p:cNvPr id="34" name="Text 32"/>
          <p:cNvSpPr/>
          <p:nvPr/>
        </p:nvSpPr>
        <p:spPr>
          <a:xfrm>
            <a:off x="5664708" y="434340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447788" y="4343400"/>
            <a:ext cx="928116" cy="438912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</p:sp>
      <p:sp>
        <p:nvSpPr>
          <p:cNvPr id="36" name="Text 34"/>
          <p:cNvSpPr/>
          <p:nvPr/>
        </p:nvSpPr>
        <p:spPr>
          <a:xfrm>
            <a:off x="7447788" y="4343400"/>
            <a:ext cx="9281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PHPUnit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58784" y="4343400"/>
            <a:ext cx="1600200" cy="438912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</p:sp>
      <p:sp>
        <p:nvSpPr>
          <p:cNvPr id="38" name="Text 36"/>
          <p:cNvSpPr/>
          <p:nvPr/>
        </p:nvSpPr>
        <p:spPr>
          <a:xfrm>
            <a:off x="8558784" y="434340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60807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Kredensial database diambil dari environment variable (.env), tidak dituliskan langsung di repository.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 · IMPLEMENTASI CONTAINER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Service, Satu Perintah: docker compose up -d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F3F6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— image app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image php:8.3-cli-alpine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ekstensi PDO, pdo_mysql, dll.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install + php artisan key:generate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8000, entrypoint tunggu DB lalu migrate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F3F6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 — app + db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todo-network menghubungkan app ↔ db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db_data → persistent storage MariaDB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depends_on: condition service_healthy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app (/api/health) &amp; db (SELECT 1)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restart: unless-stopped pada kedua service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5 · IMPLEMENTASI CI/CD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Actions: Quality Gate Sebelum Image Dianggap Layak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56816" cy="914400"/>
          </a:xfrm>
          <a:prstGeom prst="roundRect">
            <a:avLst>
              <a:gd name="adj" fmla="val 10000"/>
            </a:avLst>
          </a:prstGeom>
          <a:solidFill>
            <a:srgbClr val="1331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19568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05456" y="178308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25496" y="1783080"/>
            <a:ext cx="1956816" cy="914400"/>
          </a:xfrm>
          <a:prstGeom prst="roundRect">
            <a:avLst>
              <a:gd name="adj" fmla="val 10000"/>
            </a:avLst>
          </a:prstGeom>
          <a:solidFill>
            <a:srgbClr val="13315C"/>
          </a:solidFill>
          <a:ln/>
        </p:spPr>
      </p:sp>
      <p:sp>
        <p:nvSpPr>
          <p:cNvPr id="8" name="Text 6"/>
          <p:cNvSpPr/>
          <p:nvPr/>
        </p:nvSpPr>
        <p:spPr>
          <a:xfrm>
            <a:off x="2825496" y="1783080"/>
            <a:ext cx="19568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82312" y="178308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02352" y="1783080"/>
            <a:ext cx="1956816" cy="914400"/>
          </a:xfrm>
          <a:prstGeom prst="roundRect">
            <a:avLst>
              <a:gd name="adj" fmla="val 10000"/>
            </a:avLst>
          </a:prstGeom>
          <a:solidFill>
            <a:srgbClr val="13315C"/>
          </a:solidFill>
          <a:ln/>
        </p:spPr>
      </p:sp>
      <p:sp>
        <p:nvSpPr>
          <p:cNvPr id="11" name="Text 9"/>
          <p:cNvSpPr/>
          <p:nvPr/>
        </p:nvSpPr>
        <p:spPr>
          <a:xfrm>
            <a:off x="5102352" y="1783080"/>
            <a:ext cx="19568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PHPUnit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59168" y="178308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79208" y="1783080"/>
            <a:ext cx="1956816" cy="914400"/>
          </a:xfrm>
          <a:prstGeom prst="roundRect">
            <a:avLst>
              <a:gd name="adj" fmla="val 10000"/>
            </a:avLst>
          </a:prstGeom>
          <a:solidFill>
            <a:srgbClr val="13315C"/>
          </a:solidFill>
          <a:ln/>
        </p:spPr>
      </p:sp>
      <p:sp>
        <p:nvSpPr>
          <p:cNvPr id="14" name="Text 12"/>
          <p:cNvSpPr/>
          <p:nvPr/>
        </p:nvSpPr>
        <p:spPr>
          <a:xfrm>
            <a:off x="7379208" y="1783080"/>
            <a:ext cx="19568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36024" y="178308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56064" y="1783080"/>
            <a:ext cx="1956816" cy="914400"/>
          </a:xfrm>
          <a:prstGeom prst="roundRect">
            <a:avLst>
              <a:gd name="adj" fmla="val 10000"/>
            </a:avLst>
          </a:prstGeom>
          <a:solidFill>
            <a:srgbClr val="00D3AB"/>
          </a:solidFill>
          <a:ln/>
        </p:spPr>
      </p:sp>
      <p:sp>
        <p:nvSpPr>
          <p:cNvPr id="17" name="Text 15"/>
          <p:cNvSpPr/>
          <p:nvPr/>
        </p:nvSpPr>
        <p:spPr>
          <a:xfrm>
            <a:off x="9656064" y="1783080"/>
            <a:ext cx="19568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Up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5212080" cy="2514600"/>
          </a:xfrm>
          <a:prstGeom prst="roundRect">
            <a:avLst>
              <a:gd name="adj" fmla="val 4364"/>
            </a:avLst>
          </a:prstGeom>
          <a:solidFill>
            <a:srgbClr val="FBEAEA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3566160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508760" y="35844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Gagal (terkontrol)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41605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“Simulasi pipeline gagal” mengubah test hingga PHPUnit gagal. GitHub Actions menampilkan status merah beserta log error yang jelas.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2200" y="3246120"/>
            <a:ext cx="5212080" cy="2514600"/>
          </a:xfrm>
          <a:prstGeom prst="roundRect">
            <a:avLst>
              <a:gd name="adj" fmla="val 4364"/>
            </a:avLst>
          </a:prstGeom>
          <a:solidFill>
            <a:srgbClr val="E7F9F3"/>
          </a:solidFill>
          <a:ln/>
        </p:spPr>
      </p:sp>
      <p:sp>
        <p:nvSpPr>
          <p:cNvPr id="24" name="Shape 22"/>
          <p:cNvSpPr/>
          <p:nvPr/>
        </p:nvSpPr>
        <p:spPr>
          <a:xfrm>
            <a:off x="6492240" y="3566160"/>
            <a:ext cx="457200" cy="457200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132320" y="35844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Berhasil (setelah perbaikan)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92240" y="41605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“Memperbaiki test pipeline” mengembalikan test ke kondisi benar. Pipeline berjalan hijau: test, build image, dan compose up seluruhnya lolos.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6 · PENGUJIAN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Terverifikasi: Test, Volume, dan Health Check Bekerja Nyata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3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8/8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lulus (isolated SQLite)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92024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3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26280" y="28346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bertahan setelah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→ up kembali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192024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3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503 → 200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21040" y="28346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turun saat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mati, pulih otomatis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64240" cy="2011680"/>
          </a:xfrm>
          <a:prstGeom prst="roundRect">
            <a:avLst>
              <a:gd name="adj" fmla="val 5455"/>
            </a:avLst>
          </a:prstGeom>
          <a:solidFill>
            <a:srgbClr val="F3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ketahanan layanan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709160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stop todo-db → endpoint /api/health merespons 503 "unhealthy" (bukan error tak terkendali)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start todo-db → /api/health kembali 200 "healthy" tanpa rebuild container atau kehilangan data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down (tanpa -v) lalu up -d → seluruh data todo yang dibuat sebelumnya tetap ada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7 · KESIMPULAN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Container, Orkestrasi, dan CI/CD Bekerja sebagai Satu Sistem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Multi-container (app + db) lebih mudah dikelola daripada satu lingkungan monolitik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volume terbukti menjaga data tetap ada lintas siklus container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+ CI/CD berhasil berperan sebagai quality gate nyata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72200" y="1691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Pengembangan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72200" y="214884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service: Redis, Nginx reverse proxy, atau phpMyAdmin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Publikasi image ke Docker Hub / GitHub Container Registry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database terjadwal dan logging terpusat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Migrasi ke VPS/cloud dengan managed storage &amp; secret manager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11064240" cy="1691640"/>
          </a:xfrm>
          <a:prstGeom prst="roundRect">
            <a:avLst>
              <a:gd name="adj" fmla="val 6486"/>
            </a:avLst>
          </a:prstGeom>
          <a:solidFill>
            <a:srgbClr val="13315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3616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Tautan Bukti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75488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github.com/Purna-Siswantomo/Todo-docker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gagal: .../actions/runs/28741426116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berhasil: .../actions/runs/28741450472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2026-07-20T19:47:06Z</dcterms:created>
  <dcterms:modified xsi:type="dcterms:W3CDTF">2026-07-20T19:47:06Z</dcterms:modified>
</cp:coreProperties>
</file>